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9DB"/>
    <a:srgbClr val="378BBA"/>
    <a:srgbClr val="441C81"/>
    <a:srgbClr val="B64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6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1E3C-BB98-4FFA-E5AB-0F440E640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B9386-6ADF-1058-1A3E-6A1F4BE35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C1F1-C19D-A994-B369-4669A6D8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8F776-B21E-2B73-1E06-24A9F4CF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2BF4-89AD-C450-A03C-02EDA0E3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2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1331-69C9-B87C-D565-AC61E795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DF5E5-32C4-33E2-A06A-D545DE005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BCC2-32AE-6C5D-0FAB-30A329C0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7E79-3A77-730D-5BEF-DD82F5CF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B8F1-16EB-0AEB-6381-C4542BFE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3E3D7-2939-13B8-D113-E3EA19B7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8CD1-8C69-D282-34E3-97E166508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220D8-9667-632E-9FCC-78A0F362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CFC4-07FC-57D0-FABB-1FB7EC00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AAD17-1503-E9EC-F125-30186F37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4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599C-CB49-EA77-58AA-663ECE0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8E3E-82D9-A22E-FA02-09DB43A53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C5E9C-A18C-1779-E119-1B3C84AB5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5885D-DEDF-1195-AB9C-06701B57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9D2FA-7361-28A5-BAB6-4F205063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BE1B3-557F-287B-15CE-1D82103D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0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EE14-D8FA-9C08-E100-6651D0CCD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9456C-B612-9876-E43A-4137A9B74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BC983-BA90-D334-7F2D-D921A2F0C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B3849-64AC-48B1-B517-BA2FE8EA3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DBEEF-BE1C-2B17-A0DD-43841727A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D5211-538D-4CF0-50B7-344C2613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F7382-4B65-8D11-E28B-88AAC805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9205B-CB4E-E88A-5A2A-14E50085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6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CA01-7B1E-E382-6021-62EE95BF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5E305-1ACF-4F53-0E2E-9DE4A6C1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D850D-FD01-7019-4943-D4C1521F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24C2C-8810-A516-40A8-2BA69F91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8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25C8E-934D-3E00-D912-BF2E6E36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9685E-BD23-F366-D5B9-318C92E6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29B39-9F93-1D9B-B89D-69DEB88E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9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934F-91EB-D4C8-F27A-B79D2AF2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DE4B8-9583-DF85-5844-B6C3F5CD0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37F64-4898-516D-A03D-D25CEFE53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CA8AD-12E7-ACC9-9473-8171D145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47674-28BE-BB0E-86C4-2A05A0FD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D702D-15E8-0213-7A77-A19040F7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E3F9-47F1-AC35-DD77-4FA9B995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4DFC6-1546-5680-9831-00F8952C4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52283-004F-3CBB-217E-33EDED9D3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6C85D-5587-AB64-D72D-CA150B49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5126-BB99-0706-8DB5-05D6A25E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85895-60C8-7FCE-70DA-C8A1D6A3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3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9A12-CE41-3DF7-3379-14953448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91D38-5CE0-EF7A-0106-D51FC7C91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3049C-93C6-B5A1-DC25-1782CF64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98A63-53F1-30BD-AB25-4F22F000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10EA6-F2CE-2D5E-1D34-AFD4D60F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0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51521C-6EC0-1026-E3E5-AA5606720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E1E69-E4DC-9B09-D0E8-1980CD39A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2A099-589E-13BF-11E8-7D7BE290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A383-5BF5-8B41-9679-A14B0DA7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1952-E361-F253-6ABC-3A1DF8FB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4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BF815-079C-68D1-F649-257C5E60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5EE45-B284-A085-169C-BEAB9048F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FEDF4-050D-989B-929D-6824F57A2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B934A-3058-477A-9FD8-451AE9D901C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7D1E-7D37-7B8B-B10D-2DBA88C31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EFE94-B4BF-6968-4772-34CFC2D63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99E6A-090B-46C9-990C-01DD54BF3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7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C2D5625-E2B8-A38D-F246-8F7774DDB7C4}"/>
              </a:ext>
            </a:extLst>
          </p:cNvPr>
          <p:cNvSpPr/>
          <p:nvPr/>
        </p:nvSpPr>
        <p:spPr>
          <a:xfrm>
            <a:off x="4116000" y="1449000"/>
            <a:ext cx="3960000" cy="3960000"/>
          </a:xfrm>
          <a:prstGeom prst="roundRect">
            <a:avLst>
              <a:gd name="adj" fmla="val 1619"/>
            </a:avLst>
          </a:prstGeom>
          <a:solidFill>
            <a:schemeClr val="tx1">
              <a:lumMod val="95000"/>
              <a:lumOff val="5000"/>
            </a:schemeClr>
          </a:solidFill>
          <a:ln w="38100">
            <a:gradFill flip="none" rotWithShape="1">
              <a:gsLst>
                <a:gs pos="0">
                  <a:srgbClr val="B644FC"/>
                </a:gs>
                <a:gs pos="36000">
                  <a:srgbClr val="441C81"/>
                </a:gs>
                <a:gs pos="69000">
                  <a:srgbClr val="378BBA"/>
                </a:gs>
                <a:gs pos="100000">
                  <a:srgbClr val="30B9DB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9DBC2C-2B69-14B8-8E82-54E45F14F0B7}"/>
              </a:ext>
            </a:extLst>
          </p:cNvPr>
          <p:cNvGrpSpPr/>
          <p:nvPr/>
        </p:nvGrpSpPr>
        <p:grpSpPr>
          <a:xfrm>
            <a:off x="4293050" y="1618826"/>
            <a:ext cx="3598529" cy="3600002"/>
            <a:chOff x="4293050" y="1618826"/>
            <a:chExt cx="3598529" cy="360000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5DFD0E3-F9C7-FB28-0495-7506EB3816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93050" y="1618826"/>
              <a:ext cx="1802949" cy="3600002"/>
              <a:chOff x="2875535" y="187680"/>
              <a:chExt cx="3228381" cy="6446207"/>
            </a:xfrm>
            <a:gradFill>
              <a:gsLst>
                <a:gs pos="0">
                  <a:srgbClr val="30B9DB"/>
                </a:gs>
                <a:gs pos="100000">
                  <a:srgbClr val="378BBA"/>
                </a:gs>
              </a:gsLst>
              <a:lin ang="1595029" scaled="1"/>
            </a:gra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3D03507-8878-CBF6-7215-4F3E2F4DA130}"/>
                  </a:ext>
                </a:extLst>
              </p:cNvPr>
              <p:cNvSpPr/>
              <p:nvPr/>
            </p:nvSpPr>
            <p:spPr>
              <a:xfrm>
                <a:off x="2875537" y="187684"/>
                <a:ext cx="644620" cy="6446203"/>
              </a:xfrm>
              <a:custGeom>
                <a:avLst/>
                <a:gdLst>
                  <a:gd name="connsiteX0" fmla="*/ -1550 w 686327"/>
                  <a:gd name="connsiteY0" fmla="*/ -588 h 6446203"/>
                  <a:gd name="connsiteX1" fmla="*/ 684778 w 686327"/>
                  <a:gd name="connsiteY1" fmla="*/ -588 h 6446203"/>
                  <a:gd name="connsiteX2" fmla="*/ 684778 w 686327"/>
                  <a:gd name="connsiteY2" fmla="*/ 6445615 h 6446203"/>
                  <a:gd name="connsiteX3" fmla="*/ -1550 w 686327"/>
                  <a:gd name="connsiteY3" fmla="*/ 6445615 h 6446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327" h="6446203">
                    <a:moveTo>
                      <a:pt x="-1550" y="-588"/>
                    </a:moveTo>
                    <a:lnTo>
                      <a:pt x="684778" y="-588"/>
                    </a:lnTo>
                    <a:lnTo>
                      <a:pt x="684778" y="6445615"/>
                    </a:lnTo>
                    <a:lnTo>
                      <a:pt x="-1550" y="6445615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A0E084D-090E-1BB0-56FA-0DAA04E875E1}"/>
                  </a:ext>
                </a:extLst>
              </p:cNvPr>
              <p:cNvSpPr/>
              <p:nvPr/>
            </p:nvSpPr>
            <p:spPr>
              <a:xfrm>
                <a:off x="2875535" y="187680"/>
                <a:ext cx="3228381" cy="644620"/>
              </a:xfrm>
              <a:custGeom>
                <a:avLst/>
                <a:gdLst>
                  <a:gd name="connsiteX0" fmla="*/ -1550 w 2539413"/>
                  <a:gd name="connsiteY0" fmla="*/ -588 h 686327"/>
                  <a:gd name="connsiteX1" fmla="*/ 2537863 w 2539413"/>
                  <a:gd name="connsiteY1" fmla="*/ -588 h 686327"/>
                  <a:gd name="connsiteX2" fmla="*/ 2537863 w 2539413"/>
                  <a:gd name="connsiteY2" fmla="*/ 685740 h 686327"/>
                  <a:gd name="connsiteX3" fmla="*/ -1550 w 2539413"/>
                  <a:gd name="connsiteY3" fmla="*/ 685740 h 686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9413" h="686327">
                    <a:moveTo>
                      <a:pt x="-1550" y="-588"/>
                    </a:moveTo>
                    <a:lnTo>
                      <a:pt x="2537863" y="-588"/>
                    </a:lnTo>
                    <a:lnTo>
                      <a:pt x="2537863" y="685740"/>
                    </a:lnTo>
                    <a:lnTo>
                      <a:pt x="-1550" y="685740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E558D16-245A-0FD3-62EA-F18F3C069D89}"/>
                  </a:ext>
                </a:extLst>
              </p:cNvPr>
              <p:cNvSpPr/>
              <p:nvPr/>
            </p:nvSpPr>
            <p:spPr>
              <a:xfrm>
                <a:off x="2875537" y="3088473"/>
                <a:ext cx="2740031" cy="644620"/>
              </a:xfrm>
              <a:custGeom>
                <a:avLst/>
                <a:gdLst>
                  <a:gd name="connsiteX0" fmla="*/ -1550 w 2058983"/>
                  <a:gd name="connsiteY0" fmla="*/ -588 h 681048"/>
                  <a:gd name="connsiteX1" fmla="*/ 2057434 w 2058983"/>
                  <a:gd name="connsiteY1" fmla="*/ -588 h 681048"/>
                  <a:gd name="connsiteX2" fmla="*/ 2057434 w 2058983"/>
                  <a:gd name="connsiteY2" fmla="*/ 680461 h 681048"/>
                  <a:gd name="connsiteX3" fmla="*/ -1550 w 2058983"/>
                  <a:gd name="connsiteY3" fmla="*/ 680461 h 681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8983" h="681048">
                    <a:moveTo>
                      <a:pt x="-1550" y="-588"/>
                    </a:moveTo>
                    <a:lnTo>
                      <a:pt x="2057434" y="-588"/>
                    </a:lnTo>
                    <a:lnTo>
                      <a:pt x="2057434" y="680461"/>
                    </a:lnTo>
                    <a:lnTo>
                      <a:pt x="-1550" y="680461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CCF15CE-5B15-2EC1-2B06-AC1A0E2A1E4B}"/>
                </a:ext>
              </a:extLst>
            </p:cNvPr>
            <p:cNvGrpSpPr>
              <a:grpSpLocks/>
            </p:cNvGrpSpPr>
            <p:nvPr/>
          </p:nvGrpSpPr>
          <p:grpSpPr>
            <a:xfrm>
              <a:off x="6096001" y="1618826"/>
              <a:ext cx="1795578" cy="3600000"/>
              <a:chOff x="6093333" y="187680"/>
              <a:chExt cx="3223082" cy="6464419"/>
            </a:xfrm>
            <a:gradFill>
              <a:gsLst>
                <a:gs pos="0">
                  <a:srgbClr val="B644FC"/>
                </a:gs>
                <a:gs pos="100000">
                  <a:srgbClr val="441C81"/>
                </a:gs>
              </a:gsLst>
              <a:lin ang="1595029" scaled="1"/>
            </a:gra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1413181-F48A-BE58-D79C-5231519856D1}"/>
                  </a:ext>
                </a:extLst>
              </p:cNvPr>
              <p:cNvSpPr/>
              <p:nvPr/>
            </p:nvSpPr>
            <p:spPr>
              <a:xfrm>
                <a:off x="6569651" y="3115848"/>
                <a:ext cx="2746367" cy="644619"/>
              </a:xfrm>
              <a:custGeom>
                <a:avLst/>
                <a:gdLst>
                  <a:gd name="connsiteX0" fmla="*/ -1550 w 2053704"/>
                  <a:gd name="connsiteY0" fmla="*/ -588 h 681048"/>
                  <a:gd name="connsiteX1" fmla="*/ 2052154 w 2053704"/>
                  <a:gd name="connsiteY1" fmla="*/ -588 h 681048"/>
                  <a:gd name="connsiteX2" fmla="*/ 2052154 w 2053704"/>
                  <a:gd name="connsiteY2" fmla="*/ 680461 h 681048"/>
                  <a:gd name="connsiteX3" fmla="*/ -1550 w 2053704"/>
                  <a:gd name="connsiteY3" fmla="*/ 680461 h 681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3704" h="681048">
                    <a:moveTo>
                      <a:pt x="-1550" y="-588"/>
                    </a:moveTo>
                    <a:lnTo>
                      <a:pt x="2052154" y="-588"/>
                    </a:lnTo>
                    <a:lnTo>
                      <a:pt x="2052154" y="680461"/>
                    </a:lnTo>
                    <a:lnTo>
                      <a:pt x="-1550" y="680461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453B526-E801-77B3-2A08-C2FB60705195}"/>
                  </a:ext>
                </a:extLst>
              </p:cNvPr>
              <p:cNvSpPr/>
              <p:nvPr/>
            </p:nvSpPr>
            <p:spPr>
              <a:xfrm>
                <a:off x="8670211" y="187680"/>
                <a:ext cx="646204" cy="6464419"/>
              </a:xfrm>
              <a:custGeom>
                <a:avLst/>
                <a:gdLst>
                  <a:gd name="connsiteX0" fmla="*/ -1550 w 686327"/>
                  <a:gd name="connsiteY0" fmla="*/ -588 h 6446203"/>
                  <a:gd name="connsiteX1" fmla="*/ 684778 w 686327"/>
                  <a:gd name="connsiteY1" fmla="*/ -588 h 6446203"/>
                  <a:gd name="connsiteX2" fmla="*/ 684778 w 686327"/>
                  <a:gd name="connsiteY2" fmla="*/ 6445615 h 6446203"/>
                  <a:gd name="connsiteX3" fmla="*/ -1550 w 686327"/>
                  <a:gd name="connsiteY3" fmla="*/ 6445615 h 6446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327" h="6446203">
                    <a:moveTo>
                      <a:pt x="-1550" y="-588"/>
                    </a:moveTo>
                    <a:lnTo>
                      <a:pt x="684778" y="-588"/>
                    </a:lnTo>
                    <a:lnTo>
                      <a:pt x="684778" y="6445615"/>
                    </a:lnTo>
                    <a:lnTo>
                      <a:pt x="-1550" y="6445615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0DE8422-96C9-45FC-9583-95A011ECD2B0}"/>
                  </a:ext>
                </a:extLst>
              </p:cNvPr>
              <p:cNvSpPr/>
              <p:nvPr/>
            </p:nvSpPr>
            <p:spPr>
              <a:xfrm>
                <a:off x="6093333" y="6007480"/>
                <a:ext cx="3223081" cy="644619"/>
              </a:xfrm>
              <a:custGeom>
                <a:avLst/>
                <a:gdLst>
                  <a:gd name="connsiteX0" fmla="*/ -1550 w 2544692"/>
                  <a:gd name="connsiteY0" fmla="*/ -588 h 686327"/>
                  <a:gd name="connsiteX1" fmla="*/ 2543143 w 2544692"/>
                  <a:gd name="connsiteY1" fmla="*/ -588 h 686327"/>
                  <a:gd name="connsiteX2" fmla="*/ 2543143 w 2544692"/>
                  <a:gd name="connsiteY2" fmla="*/ 685740 h 686327"/>
                  <a:gd name="connsiteX3" fmla="*/ -1550 w 2544692"/>
                  <a:gd name="connsiteY3" fmla="*/ 685740 h 686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4692" h="686327">
                    <a:moveTo>
                      <a:pt x="-1550" y="-588"/>
                    </a:moveTo>
                    <a:lnTo>
                      <a:pt x="2543143" y="-588"/>
                    </a:lnTo>
                    <a:lnTo>
                      <a:pt x="2543143" y="685740"/>
                    </a:lnTo>
                    <a:lnTo>
                      <a:pt x="-1550" y="685740"/>
                    </a:lnTo>
                    <a:close/>
                  </a:path>
                </a:pathLst>
              </a:custGeom>
              <a:grpFill/>
              <a:ln w="5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BC2DA0-48D0-7018-A937-8DA350BB6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967" y="205898"/>
            <a:ext cx="2473374" cy="247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F5121E-601D-CAC5-6044-29BF6D48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7" y="3088474"/>
            <a:ext cx="1486107" cy="132416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2A39B7B-1A39-0568-4AC1-5552863ADFC1}"/>
              </a:ext>
            </a:extLst>
          </p:cNvPr>
          <p:cNvSpPr/>
          <p:nvPr/>
        </p:nvSpPr>
        <p:spPr>
          <a:xfrm>
            <a:off x="3936000" y="1269000"/>
            <a:ext cx="4320000" cy="43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7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F</dc:creator>
  <cp:lastModifiedBy>Kevin F</cp:lastModifiedBy>
  <cp:revision>1</cp:revision>
  <dcterms:created xsi:type="dcterms:W3CDTF">2025-11-26T09:17:13Z</dcterms:created>
  <dcterms:modified xsi:type="dcterms:W3CDTF">2025-11-26T09:49:53Z</dcterms:modified>
</cp:coreProperties>
</file>